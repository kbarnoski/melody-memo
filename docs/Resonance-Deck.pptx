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Resonance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Helvetica Neue"/>
              </a:defRPr>
            </a:pPr>
            <a:r>
              <a:t>Every musical idea deserves to be understood.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AI-powered musical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Helvetica Neue"/>
              </a:defRPr>
            </a:pPr>
            <a:r>
              <a:t>Karel Barnoski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Musicians capture ideas.</a:t>
            </a:r>
            <a:br/>
            <a:r>
              <a:t>Then forget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  Hundreds of recordings pile up unnamed in phone folders</a:t>
            </a:r>
          </a:p>
          <a:p>
            <a:pPr>
              <a:spcBef>
                <a:spcPts val="12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"What key was that in?" "What were those chords?"</a:t>
            </a:r>
          </a:p>
          <a:p>
            <a:pPr>
              <a:spcBef>
                <a:spcPts val="12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No way to search, compare, or develop ideas without picking up the instrument again</a:t>
            </a:r>
          </a:p>
          <a:p>
            <a:pPr>
              <a:spcBef>
                <a:spcPts val="12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Creative output goes unanalyzed, undeveloped,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Helvetica Neue"/>
              </a:defRPr>
            </a:pPr>
            <a:r>
              <a:t>The gap between capturing an idea and understanding it is where songs go to die.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Resonance makes every</a:t>
            </a:r>
            <a:br/>
            <a:r>
              <a:t>recording self-aware.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Helvetica Neue"/>
              </a:defRPr>
            </a:pPr>
            <a:r>
              <a:t>Upload a musical recording. Resonance transcribes it, detects the key, chords, tempo, and progressions -- then gives you an AI music theory coach to help develop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1.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17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Drag and drop your recordings (M4A, MP3, WAV)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2.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6974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AI transcribes notes, detects key, chords, tempo, progressions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3.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9776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Teaching summary breaks down sections, harmony, and relearning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4. Develop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25779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Chat with AI about your music: "How do I extend this into a full piece?"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WHAT'S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Smart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Search, tag, and organize recordings with full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AI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Key, tempo, chords, progressions, MIDI export from any recording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Teaching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AI-generated section breakdowns and relearning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Music Theory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Per-recording, comparison, and library-wide AI 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Insights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Musical DNA, harmonic tendencies, cross-recording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Visual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Waveform player, chord timeline, piano roll, 8-mode WebGL visualizer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Your Musical DNA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  Favorite keys and chord vocabulary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Harmonic tendencies: "Jazz-influenced" / "Minor-key driven" / "Diatonic"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Recurring progressions across recordings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Similar recording pairs by key, tempo, and chord overlap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AI-generated library clusters and standout pieces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Put any two recordings</a:t>
            </a:r>
            <a:br/>
            <a:r>
              <a:t>head to 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defRPr sz="2000" b="0">
                <a:solidFill>
                  <a:srgbClr val="999999"/>
                </a:solidFill>
                <a:latin typeface="Helvetica Neue"/>
              </a:defRPr>
            </a:pPr>
            <a:r>
              <a:t>  Metrics comparison: key, tempo, time signature, chords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Full analysis displayed side by side</a:t>
            </a:r>
          </a:p>
          <a:p>
            <a:pPr>
              <a:spcBef>
                <a:spcPts val="1400"/>
              </a:spcBef>
              <a:defRPr sz="2000">
                <a:solidFill>
                  <a:srgbClr val="999999"/>
                </a:solidFill>
                <a:latin typeface="Helvetica Neue"/>
              </a:defRPr>
            </a:pPr>
            <a:r>
              <a:t>  AI comparison chat: "Could these be sections of the same song?"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Next.js 15, TypeScript, Tailwind, shadcn/ui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Claude (Anthropic) via Vercel AI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Audio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Spotify Basic Pitch, tonal.js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Supabase (Auth, PostgreSQL, Storage)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Audio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ffmpeg (ALAC transcoding, streaming)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WebGL (8 custom shaders), wavesurfer.js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Helvetica Neue"/>
              </a:defRPr>
            </a:pPr>
            <a:r>
              <a:t>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Vercel (serverless)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Helvetica Neue"/>
              </a:defRPr>
            </a:pPr>
            <a:r>
              <a:t>NOW 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Helvetica Neue"/>
              </a:defRPr>
            </a:pPr>
            <a: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Full analysis pipeline (key, chords, tempo, progressions)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AI teaching summaries and per-recording chat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Library with tags, collections, search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Compare + Insights dashboard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Sharing via public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822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NEXT  Q2-Q3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373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In-browser recording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Multi-instrument support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Harmonic search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Version tracking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Practice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22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Helvetica Neue"/>
              </a:defRPr>
            </a:pPr>
            <a:r>
              <a:t>LATER  Q4 2026+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9"/>
                </a:solidFill>
                <a:latin typeface="Helvetica Neue"/>
              </a:defRPr>
            </a:pPr>
            <a: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Collaboration + annotation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AI arrangement generation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Song builder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Mobile app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DAW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822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Helvetica Neue"/>
              </a:defRPr>
            </a:pPr>
            <a:r>
              <a:t>FUTURE  2027+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99"/>
                </a:solidFill>
                <a:latin typeface="Helvetica Neue"/>
              </a:defRPr>
            </a:pPr>
            <a:r>
              <a:t>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3736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300" b="0">
                <a:solidFill>
                  <a:srgbClr val="999999"/>
                </a:solidFill>
                <a:latin typeface="Helvetica Neue"/>
              </a:defRPr>
            </a:pPr>
            <a:r>
              <a:t>Live transcription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Style DNA matching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Community library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Education platform</a:t>
            </a:r>
          </a:p>
          <a:p>
            <a:pPr>
              <a:spcBef>
                <a:spcPts val="800"/>
              </a:spcBef>
              <a:defRPr sz="1300">
                <a:solidFill>
                  <a:srgbClr val="999999"/>
                </a:solidFill>
                <a:latin typeface="Helvetica Neue"/>
              </a:defRPr>
            </a:pPr>
            <a:r>
              <a:t>Developer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NORTH 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The musical brain</a:t>
            </a:r>
            <a:br/>
            <a:r>
              <a:t>you've always wanted.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  The chords appear on screen in real time as you play</a:t>
            </a:r>
          </a:p>
          <a:p>
            <a:pPr>
              <a:spcBef>
                <a:spcPts val="1000"/>
              </a:spcBef>
              <a:defRPr sz="1800">
                <a:solidFill>
                  <a:srgbClr val="999999"/>
                </a:solidFill>
                <a:latin typeface="Helvetica Neue"/>
              </a:defRPr>
            </a:pPr>
            <a:r>
              <a:t>  The app recognizes this is a variation of something you played months ago</a:t>
            </a:r>
          </a:p>
          <a:p>
            <a:pPr>
              <a:spcBef>
                <a:spcPts val="1000"/>
              </a:spcBef>
              <a:defRPr sz="1800">
                <a:solidFill>
                  <a:srgbClr val="999999"/>
                </a:solidFill>
                <a:latin typeface="Helvetica Neue"/>
              </a:defRPr>
            </a:pPr>
            <a:r>
              <a:t>  It suggests modulations, reharmonizations based on your harmonic vocabulary</a:t>
            </a:r>
          </a:p>
          <a:p>
            <a:pPr>
              <a:spcBef>
                <a:spcPts val="1000"/>
              </a:spcBef>
              <a:defRPr sz="1800">
                <a:solidFill>
                  <a:srgbClr val="999999"/>
                </a:solidFill>
                <a:latin typeface="Helvetica Neue"/>
              </a:defRPr>
            </a:pPr>
            <a:r>
              <a:t>  It generates bass lines, arrangements, and drum patterns that fit your style</a:t>
            </a:r>
          </a:p>
          <a:p>
            <a:pPr>
              <a:spcBef>
                <a:spcPts val="1000"/>
              </a:spcBef>
              <a:defRPr sz="1800">
                <a:solidFill>
                  <a:srgbClr val="999999"/>
                </a:solidFill>
                <a:latin typeface="Helvetica Neue"/>
              </a:defRPr>
            </a:pPr>
            <a:r>
              <a:t>  Your teacher gets notified about new harmonic territory you explored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5CF6"/>
                </a:solidFill>
                <a:latin typeface="Helvetica Neue"/>
              </a:defRPr>
            </a:pPr>
            <a:r>
              <a:t>The creative partner that turns every idea into its best possible 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Helvetica Neue"/>
              </a:defRPr>
            </a:pPr>
            <a:r>
              <a:t>ABOUT THE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Karel Barnoski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Design Director at Workday. 15+ years leading UX for enterprise products at Workday, GE, and Kodak. BFA Illustration and MFA Computer Graphics from Rochester Institute of Technology, with classical training from Barnstone Studios.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Founder of 2octave, an audio design studio specializing in product sonification -- creating award-winning sounds for products ranging from digital cameras to kitchen appliances. Published in UX Magazine on the science of sound in product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Pianist and composer. Released "Welcome Home," a solo piano album self-produced during quarantine. Music on Spotify and SoundCloud.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Resonance exists because Karel is both the designer and the user -- a musician who records hundreds of ideas and needed a better way to understand and develop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Helvetica Neue"/>
              </a:defRPr>
            </a:pPr>
            <a:r>
              <a:t>"Sound is perceived very much in the same way as any other stimuli. By manipulating sound, you can affect the user's perception of an experience."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B5CF6"/>
                </a:solidFill>
                <a:latin typeface="Helvetica Neue"/>
              </a:defRPr>
            </a:pPr>
            <a:r>
              <a:t>https://getresonance.vercel.app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Helvetica Neue"/>
              </a:defRPr>
            </a:pPr>
            <a:r>
              <a:t>Karel Barnoski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Helvetica Neue"/>
              </a:defRPr>
            </a:pPr>
            <a:r>
              <a:t>Spotify  |  SoundCloud  | 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